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2.gif" ContentType="image/gif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gif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Journal Logo" descr=""/>
          <p:cNvPicPr/>
          <p:nvPr/>
        </p:nvPicPr>
        <p:blipFill>
          <a:blip r:embed="rId1"/>
          <a:stretch/>
        </p:blipFill>
        <p:spPr>
          <a:xfrm>
            <a:off x="180000" y="180000"/>
            <a:ext cx="2727000" cy="550800"/>
          </a:xfrm>
          <a:prstGeom prst="rect">
            <a:avLst/>
          </a:prstGeom>
          <a:ln>
            <a:noFill/>
          </a:ln>
        </p:spPr>
      </p:pic>
      <p:sp>
        <p:nvSpPr>
          <p:cNvPr id="39" name="TextShape 1"/>
          <p:cNvSpPr txBox="1"/>
          <p:nvPr/>
        </p:nvSpPr>
        <p:spPr>
          <a:xfrm>
            <a:off x="360000" y="540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Strong-bonding hole-transport layers reduce ultraviolet degradation of perovskite solar cells, Volume: 384, Issue: 6700, Pages: 1126-1134, DOI: (10.1126/science.adi4531)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Main graphic" descr=""/>
          <p:cNvPicPr/>
          <p:nvPr/>
        </p:nvPicPr>
        <p:blipFill>
          <a:blip r:embed="rId2"/>
          <a:stretch/>
        </p:blipFill>
        <p:spPr>
          <a:xfrm>
            <a:off x="3185280" y="1062000"/>
            <a:ext cx="2823840" cy="3809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